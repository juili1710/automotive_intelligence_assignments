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6" r:id="rId5"/>
    <p:sldId id="267" r:id="rId6"/>
    <p:sldId id="259" r:id="rId7"/>
    <p:sldId id="260" r:id="rId8"/>
    <p:sldId id="268" r:id="rId9"/>
    <p:sldId id="262" r:id="rId10"/>
    <p:sldId id="269" r:id="rId11"/>
    <p:sldId id="270" r:id="rId12"/>
    <p:sldId id="271" r:id="rId13"/>
    <p:sldId id="264" r:id="rId14"/>
    <p:sldId id="261" r:id="rId15"/>
    <p:sldId id="265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527A468-A570-4194-910B-827C99F4E7B9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C8DB110-39D1-46DE-B74C-C8B3E6C286C9}">
      <dgm:prSet phldrT="[Text]" phldr="0"/>
      <dgm:spPr/>
      <dgm:t>
        <a:bodyPr/>
        <a:lstStyle/>
        <a:p>
          <a:r>
            <a:rPr lang="en-US" dirty="0"/>
            <a:t>Video </a:t>
          </a:r>
          <a:endParaRPr lang="en-IN" dirty="0"/>
        </a:p>
      </dgm:t>
    </dgm:pt>
    <dgm:pt modelId="{734ABAE0-F8D5-4DF5-9216-0FD9E632A821}" type="parTrans" cxnId="{5D2FA5EE-E3D5-490F-ABBD-AEE8D7013550}">
      <dgm:prSet/>
      <dgm:spPr/>
      <dgm:t>
        <a:bodyPr/>
        <a:lstStyle/>
        <a:p>
          <a:endParaRPr lang="en-IN"/>
        </a:p>
      </dgm:t>
    </dgm:pt>
    <dgm:pt modelId="{A9B8EE52-E59C-415A-8E57-8BEA0C27F5F9}" type="sibTrans" cxnId="{5D2FA5EE-E3D5-490F-ABBD-AEE8D7013550}">
      <dgm:prSet/>
      <dgm:spPr/>
      <dgm:t>
        <a:bodyPr/>
        <a:lstStyle/>
        <a:p>
          <a:endParaRPr lang="en-IN"/>
        </a:p>
      </dgm:t>
    </dgm:pt>
    <dgm:pt modelId="{88CC3371-631F-4501-92F2-2DE3093AF945}">
      <dgm:prSet phldrT="[Text]" phldr="0"/>
      <dgm:spPr/>
      <dgm:t>
        <a:bodyPr/>
        <a:lstStyle/>
        <a:p>
          <a:r>
            <a:rPr lang="en-US" dirty="0"/>
            <a:t>Face Detection</a:t>
          </a:r>
          <a:endParaRPr lang="en-IN" dirty="0"/>
        </a:p>
      </dgm:t>
    </dgm:pt>
    <dgm:pt modelId="{82695717-5981-4164-8E30-9D7BCB00AD1B}" type="parTrans" cxnId="{00DECB92-C9EB-4425-927F-85D2A74EA146}">
      <dgm:prSet/>
      <dgm:spPr/>
      <dgm:t>
        <a:bodyPr/>
        <a:lstStyle/>
        <a:p>
          <a:endParaRPr lang="en-IN"/>
        </a:p>
      </dgm:t>
    </dgm:pt>
    <dgm:pt modelId="{FE132328-F46D-4048-99D5-4AE2296A4FAB}" type="sibTrans" cxnId="{00DECB92-C9EB-4425-927F-85D2A74EA146}">
      <dgm:prSet/>
      <dgm:spPr/>
      <dgm:t>
        <a:bodyPr/>
        <a:lstStyle/>
        <a:p>
          <a:endParaRPr lang="en-IN"/>
        </a:p>
      </dgm:t>
    </dgm:pt>
    <dgm:pt modelId="{3CDADE29-84A6-4F9F-BFA9-9F0BE4FD200E}">
      <dgm:prSet phldrT="[Text]" phldr="0"/>
      <dgm:spPr/>
      <dgm:t>
        <a:bodyPr/>
        <a:lstStyle/>
        <a:p>
          <a:r>
            <a:rPr lang="en-US" dirty="0"/>
            <a:t>Landmark</a:t>
          </a:r>
          <a:endParaRPr lang="en-IN" dirty="0"/>
        </a:p>
      </dgm:t>
    </dgm:pt>
    <dgm:pt modelId="{535861A7-FB80-4155-9470-9E5DC9E8F4C4}" type="parTrans" cxnId="{42FDB7F8-865A-4C94-BED9-D80C7668F42C}">
      <dgm:prSet/>
      <dgm:spPr/>
      <dgm:t>
        <a:bodyPr/>
        <a:lstStyle/>
        <a:p>
          <a:endParaRPr lang="en-IN"/>
        </a:p>
      </dgm:t>
    </dgm:pt>
    <dgm:pt modelId="{71358AB4-E82D-43FC-9EF3-BB06E88CF058}" type="sibTrans" cxnId="{42FDB7F8-865A-4C94-BED9-D80C7668F42C}">
      <dgm:prSet/>
      <dgm:spPr/>
      <dgm:t>
        <a:bodyPr/>
        <a:lstStyle/>
        <a:p>
          <a:endParaRPr lang="en-IN"/>
        </a:p>
      </dgm:t>
    </dgm:pt>
    <dgm:pt modelId="{B69A42C6-B581-4817-9C89-87CDF1A42254}">
      <dgm:prSet phldrT="[Text]" phldr="0"/>
      <dgm:spPr/>
      <dgm:t>
        <a:bodyPr/>
        <a:lstStyle/>
        <a:p>
          <a:r>
            <a:rPr lang="en-US" dirty="0"/>
            <a:t>EAR/ MAR</a:t>
          </a:r>
          <a:endParaRPr lang="en-IN" dirty="0"/>
        </a:p>
      </dgm:t>
    </dgm:pt>
    <dgm:pt modelId="{0A1296CD-EBC9-45C1-B402-F146043D7F01}" type="parTrans" cxnId="{3F2F4899-F040-426C-A920-30F3930F4023}">
      <dgm:prSet/>
      <dgm:spPr/>
      <dgm:t>
        <a:bodyPr/>
        <a:lstStyle/>
        <a:p>
          <a:endParaRPr lang="en-IN"/>
        </a:p>
      </dgm:t>
    </dgm:pt>
    <dgm:pt modelId="{AB6DFEAE-E164-4EFB-8D59-EF8D8AFDCD52}" type="sibTrans" cxnId="{3F2F4899-F040-426C-A920-30F3930F4023}">
      <dgm:prSet/>
      <dgm:spPr/>
      <dgm:t>
        <a:bodyPr/>
        <a:lstStyle/>
        <a:p>
          <a:endParaRPr lang="en-IN"/>
        </a:p>
      </dgm:t>
    </dgm:pt>
    <dgm:pt modelId="{E5866F52-D93D-4BFD-8B2A-D203D194D705}">
      <dgm:prSet phldrT="[Text]" phldr="0"/>
      <dgm:spPr/>
      <dgm:t>
        <a:bodyPr/>
        <a:lstStyle/>
        <a:p>
          <a:r>
            <a:rPr lang="en-US"/>
            <a:t>Decision</a:t>
          </a:r>
          <a:endParaRPr lang="en-IN" dirty="0"/>
        </a:p>
      </dgm:t>
    </dgm:pt>
    <dgm:pt modelId="{82E3A3F9-9ABC-4825-ADB7-88032656AB3E}" type="parTrans" cxnId="{43B4B098-BC77-4AE5-A346-21899E496AAE}">
      <dgm:prSet/>
      <dgm:spPr/>
      <dgm:t>
        <a:bodyPr/>
        <a:lstStyle/>
        <a:p>
          <a:endParaRPr lang="en-IN"/>
        </a:p>
      </dgm:t>
    </dgm:pt>
    <dgm:pt modelId="{2CA28A89-740A-4FA4-8AE1-7AA84F59659C}" type="sibTrans" cxnId="{43B4B098-BC77-4AE5-A346-21899E496AAE}">
      <dgm:prSet/>
      <dgm:spPr/>
      <dgm:t>
        <a:bodyPr/>
        <a:lstStyle/>
        <a:p>
          <a:endParaRPr lang="en-IN"/>
        </a:p>
      </dgm:t>
    </dgm:pt>
    <dgm:pt modelId="{3A6EB5D9-C6AA-49AB-81A6-CD2CEABFD4FA}">
      <dgm:prSet phldrT="[Text]" phldr="0"/>
      <dgm:spPr/>
      <dgm:t>
        <a:bodyPr/>
        <a:lstStyle/>
        <a:p>
          <a:r>
            <a:rPr lang="en-US" dirty="0"/>
            <a:t>Alert</a:t>
          </a:r>
          <a:endParaRPr lang="en-IN" dirty="0"/>
        </a:p>
      </dgm:t>
    </dgm:pt>
    <dgm:pt modelId="{DB7911A3-7BE9-4F66-BD5F-C1D41A658133}" type="parTrans" cxnId="{D536DBDE-D47C-4DF7-9EFB-075E418276F6}">
      <dgm:prSet/>
      <dgm:spPr/>
      <dgm:t>
        <a:bodyPr/>
        <a:lstStyle/>
        <a:p>
          <a:endParaRPr lang="en-IN"/>
        </a:p>
      </dgm:t>
    </dgm:pt>
    <dgm:pt modelId="{CA37F853-E27F-4C2F-BAA3-F2E65993C14E}" type="sibTrans" cxnId="{D536DBDE-D47C-4DF7-9EFB-075E418276F6}">
      <dgm:prSet/>
      <dgm:spPr/>
      <dgm:t>
        <a:bodyPr/>
        <a:lstStyle/>
        <a:p>
          <a:endParaRPr lang="en-IN"/>
        </a:p>
      </dgm:t>
    </dgm:pt>
    <dgm:pt modelId="{43239B55-981D-472B-B269-15AAE3CC2A51}" type="pres">
      <dgm:prSet presAssocID="{0527A468-A570-4194-910B-827C99F4E7B9}" presName="Name0" presStyleCnt="0">
        <dgm:presLayoutVars>
          <dgm:dir/>
          <dgm:resizeHandles val="exact"/>
        </dgm:presLayoutVars>
      </dgm:prSet>
      <dgm:spPr/>
    </dgm:pt>
    <dgm:pt modelId="{D4288FB9-BE88-47CB-AA11-5F85FBC58284}" type="pres">
      <dgm:prSet presAssocID="{AC8DB110-39D1-46DE-B74C-C8B3E6C286C9}" presName="node" presStyleLbl="node1" presStyleIdx="0" presStyleCnt="6">
        <dgm:presLayoutVars>
          <dgm:bulletEnabled val="1"/>
        </dgm:presLayoutVars>
      </dgm:prSet>
      <dgm:spPr/>
    </dgm:pt>
    <dgm:pt modelId="{D9155434-F350-4502-8EE1-88D0440F2617}" type="pres">
      <dgm:prSet presAssocID="{A9B8EE52-E59C-415A-8E57-8BEA0C27F5F9}" presName="sibTrans" presStyleLbl="sibTrans2D1" presStyleIdx="0" presStyleCnt="5"/>
      <dgm:spPr/>
    </dgm:pt>
    <dgm:pt modelId="{A4757CBF-9A17-49D9-AA28-180D40550CB5}" type="pres">
      <dgm:prSet presAssocID="{A9B8EE52-E59C-415A-8E57-8BEA0C27F5F9}" presName="connectorText" presStyleLbl="sibTrans2D1" presStyleIdx="0" presStyleCnt="5"/>
      <dgm:spPr/>
    </dgm:pt>
    <dgm:pt modelId="{D460AB0B-DEA7-4022-BBD5-6B9AFAD4535C}" type="pres">
      <dgm:prSet presAssocID="{88CC3371-631F-4501-92F2-2DE3093AF945}" presName="node" presStyleLbl="node1" presStyleIdx="1" presStyleCnt="6">
        <dgm:presLayoutVars>
          <dgm:bulletEnabled val="1"/>
        </dgm:presLayoutVars>
      </dgm:prSet>
      <dgm:spPr/>
    </dgm:pt>
    <dgm:pt modelId="{A7D48BD7-4D92-4569-BDD3-F6E119FB4F6C}" type="pres">
      <dgm:prSet presAssocID="{FE132328-F46D-4048-99D5-4AE2296A4FAB}" presName="sibTrans" presStyleLbl="sibTrans2D1" presStyleIdx="1" presStyleCnt="5"/>
      <dgm:spPr/>
    </dgm:pt>
    <dgm:pt modelId="{E17CA411-A7BA-451A-AF56-59E7695675BC}" type="pres">
      <dgm:prSet presAssocID="{FE132328-F46D-4048-99D5-4AE2296A4FAB}" presName="connectorText" presStyleLbl="sibTrans2D1" presStyleIdx="1" presStyleCnt="5"/>
      <dgm:spPr/>
    </dgm:pt>
    <dgm:pt modelId="{7F4200DE-88CF-4643-BCA1-5688F738A677}" type="pres">
      <dgm:prSet presAssocID="{3CDADE29-84A6-4F9F-BFA9-9F0BE4FD200E}" presName="node" presStyleLbl="node1" presStyleIdx="2" presStyleCnt="6">
        <dgm:presLayoutVars>
          <dgm:bulletEnabled val="1"/>
        </dgm:presLayoutVars>
      </dgm:prSet>
      <dgm:spPr/>
    </dgm:pt>
    <dgm:pt modelId="{C4A19D1D-9750-4F3C-9E2F-F776D41B5657}" type="pres">
      <dgm:prSet presAssocID="{71358AB4-E82D-43FC-9EF3-BB06E88CF058}" presName="sibTrans" presStyleLbl="sibTrans2D1" presStyleIdx="2" presStyleCnt="5"/>
      <dgm:spPr/>
    </dgm:pt>
    <dgm:pt modelId="{1D37C65D-62CB-4FED-8A3E-02240E2E304F}" type="pres">
      <dgm:prSet presAssocID="{71358AB4-E82D-43FC-9EF3-BB06E88CF058}" presName="connectorText" presStyleLbl="sibTrans2D1" presStyleIdx="2" presStyleCnt="5"/>
      <dgm:spPr/>
    </dgm:pt>
    <dgm:pt modelId="{8B9176B7-B094-440A-A63B-448DEFFA25EA}" type="pres">
      <dgm:prSet presAssocID="{B69A42C6-B581-4817-9C89-87CDF1A42254}" presName="node" presStyleLbl="node1" presStyleIdx="3" presStyleCnt="6">
        <dgm:presLayoutVars>
          <dgm:bulletEnabled val="1"/>
        </dgm:presLayoutVars>
      </dgm:prSet>
      <dgm:spPr/>
    </dgm:pt>
    <dgm:pt modelId="{2485CA00-46CB-4F12-985D-4B20658997B6}" type="pres">
      <dgm:prSet presAssocID="{AB6DFEAE-E164-4EFB-8D59-EF8D8AFDCD52}" presName="sibTrans" presStyleLbl="sibTrans2D1" presStyleIdx="3" presStyleCnt="5"/>
      <dgm:spPr/>
    </dgm:pt>
    <dgm:pt modelId="{0CCA2ECE-E9BB-4B83-883E-BBF01369A6BB}" type="pres">
      <dgm:prSet presAssocID="{AB6DFEAE-E164-4EFB-8D59-EF8D8AFDCD52}" presName="connectorText" presStyleLbl="sibTrans2D1" presStyleIdx="3" presStyleCnt="5"/>
      <dgm:spPr/>
    </dgm:pt>
    <dgm:pt modelId="{97A9D9F5-A7D4-4DBC-9706-FA6693C559B4}" type="pres">
      <dgm:prSet presAssocID="{E5866F52-D93D-4BFD-8B2A-D203D194D705}" presName="node" presStyleLbl="node1" presStyleIdx="4" presStyleCnt="6">
        <dgm:presLayoutVars>
          <dgm:bulletEnabled val="1"/>
        </dgm:presLayoutVars>
      </dgm:prSet>
      <dgm:spPr/>
    </dgm:pt>
    <dgm:pt modelId="{03ADD1CC-D7FC-45EB-9DBF-DC044C814C95}" type="pres">
      <dgm:prSet presAssocID="{2CA28A89-740A-4FA4-8AE1-7AA84F59659C}" presName="sibTrans" presStyleLbl="sibTrans2D1" presStyleIdx="4" presStyleCnt="5"/>
      <dgm:spPr/>
    </dgm:pt>
    <dgm:pt modelId="{501F0FCA-D1AB-4F34-A396-AD7B9B7DBF1D}" type="pres">
      <dgm:prSet presAssocID="{2CA28A89-740A-4FA4-8AE1-7AA84F59659C}" presName="connectorText" presStyleLbl="sibTrans2D1" presStyleIdx="4" presStyleCnt="5"/>
      <dgm:spPr/>
    </dgm:pt>
    <dgm:pt modelId="{7F2FEDCC-70E6-4AE2-8E3B-C3719F3856AE}" type="pres">
      <dgm:prSet presAssocID="{3A6EB5D9-C6AA-49AB-81A6-CD2CEABFD4FA}" presName="node" presStyleLbl="node1" presStyleIdx="5" presStyleCnt="6">
        <dgm:presLayoutVars>
          <dgm:bulletEnabled val="1"/>
        </dgm:presLayoutVars>
      </dgm:prSet>
      <dgm:spPr/>
    </dgm:pt>
  </dgm:ptLst>
  <dgm:cxnLst>
    <dgm:cxn modelId="{F83A1E0C-BCA6-4842-99C5-A3673EEB57BD}" type="presOf" srcId="{2CA28A89-740A-4FA4-8AE1-7AA84F59659C}" destId="{03ADD1CC-D7FC-45EB-9DBF-DC044C814C95}" srcOrd="0" destOrd="0" presId="urn:microsoft.com/office/officeart/2005/8/layout/process1"/>
    <dgm:cxn modelId="{75FAB916-1EBA-4FB0-A865-229FD016712A}" type="presOf" srcId="{A9B8EE52-E59C-415A-8E57-8BEA0C27F5F9}" destId="{D9155434-F350-4502-8EE1-88D0440F2617}" srcOrd="0" destOrd="0" presId="urn:microsoft.com/office/officeart/2005/8/layout/process1"/>
    <dgm:cxn modelId="{34CB0B1A-F032-4454-BC48-38B2F8E8D1F5}" type="presOf" srcId="{3CDADE29-84A6-4F9F-BFA9-9F0BE4FD200E}" destId="{7F4200DE-88CF-4643-BCA1-5688F738A677}" srcOrd="0" destOrd="0" presId="urn:microsoft.com/office/officeart/2005/8/layout/process1"/>
    <dgm:cxn modelId="{2117BF30-9D38-45EA-9E79-77B198F6D325}" type="presOf" srcId="{0527A468-A570-4194-910B-827C99F4E7B9}" destId="{43239B55-981D-472B-B269-15AAE3CC2A51}" srcOrd="0" destOrd="0" presId="urn:microsoft.com/office/officeart/2005/8/layout/process1"/>
    <dgm:cxn modelId="{11A95132-B24E-4FCB-84A1-CB1CDD79A7E7}" type="presOf" srcId="{AB6DFEAE-E164-4EFB-8D59-EF8D8AFDCD52}" destId="{0CCA2ECE-E9BB-4B83-883E-BBF01369A6BB}" srcOrd="1" destOrd="0" presId="urn:microsoft.com/office/officeart/2005/8/layout/process1"/>
    <dgm:cxn modelId="{F1DED460-0AEA-4953-9AE3-FA24E2F30EBD}" type="presOf" srcId="{71358AB4-E82D-43FC-9EF3-BB06E88CF058}" destId="{C4A19D1D-9750-4F3C-9E2F-F776D41B5657}" srcOrd="0" destOrd="0" presId="urn:microsoft.com/office/officeart/2005/8/layout/process1"/>
    <dgm:cxn modelId="{A3A24245-65B6-48F1-B041-CD2F4744B6BF}" type="presOf" srcId="{AB6DFEAE-E164-4EFB-8D59-EF8D8AFDCD52}" destId="{2485CA00-46CB-4F12-985D-4B20658997B6}" srcOrd="0" destOrd="0" presId="urn:microsoft.com/office/officeart/2005/8/layout/process1"/>
    <dgm:cxn modelId="{D870F579-6786-4D12-9575-5F54F73F351F}" type="presOf" srcId="{A9B8EE52-E59C-415A-8E57-8BEA0C27F5F9}" destId="{A4757CBF-9A17-49D9-AA28-180D40550CB5}" srcOrd="1" destOrd="0" presId="urn:microsoft.com/office/officeart/2005/8/layout/process1"/>
    <dgm:cxn modelId="{9977FD80-5369-45BB-BC97-CE678648D43A}" type="presOf" srcId="{AC8DB110-39D1-46DE-B74C-C8B3E6C286C9}" destId="{D4288FB9-BE88-47CB-AA11-5F85FBC58284}" srcOrd="0" destOrd="0" presId="urn:microsoft.com/office/officeart/2005/8/layout/process1"/>
    <dgm:cxn modelId="{A0B51484-F416-4B30-9FB9-58027AD60AEC}" type="presOf" srcId="{E5866F52-D93D-4BFD-8B2A-D203D194D705}" destId="{97A9D9F5-A7D4-4DBC-9706-FA6693C559B4}" srcOrd="0" destOrd="0" presId="urn:microsoft.com/office/officeart/2005/8/layout/process1"/>
    <dgm:cxn modelId="{00DECB92-C9EB-4425-927F-85D2A74EA146}" srcId="{0527A468-A570-4194-910B-827C99F4E7B9}" destId="{88CC3371-631F-4501-92F2-2DE3093AF945}" srcOrd="1" destOrd="0" parTransId="{82695717-5981-4164-8E30-9D7BCB00AD1B}" sibTransId="{FE132328-F46D-4048-99D5-4AE2296A4FAB}"/>
    <dgm:cxn modelId="{A1B44498-60BC-4244-AAE5-E5F0BE2BADDE}" type="presOf" srcId="{3A6EB5D9-C6AA-49AB-81A6-CD2CEABFD4FA}" destId="{7F2FEDCC-70E6-4AE2-8E3B-C3719F3856AE}" srcOrd="0" destOrd="0" presId="urn:microsoft.com/office/officeart/2005/8/layout/process1"/>
    <dgm:cxn modelId="{43B4B098-BC77-4AE5-A346-21899E496AAE}" srcId="{0527A468-A570-4194-910B-827C99F4E7B9}" destId="{E5866F52-D93D-4BFD-8B2A-D203D194D705}" srcOrd="4" destOrd="0" parTransId="{82E3A3F9-9ABC-4825-ADB7-88032656AB3E}" sibTransId="{2CA28A89-740A-4FA4-8AE1-7AA84F59659C}"/>
    <dgm:cxn modelId="{3F2F4899-F040-426C-A920-30F3930F4023}" srcId="{0527A468-A570-4194-910B-827C99F4E7B9}" destId="{B69A42C6-B581-4817-9C89-87CDF1A42254}" srcOrd="3" destOrd="0" parTransId="{0A1296CD-EBC9-45C1-B402-F146043D7F01}" sibTransId="{AB6DFEAE-E164-4EFB-8D59-EF8D8AFDCD52}"/>
    <dgm:cxn modelId="{40F11EA7-F262-404C-A9CD-E08568177192}" type="presOf" srcId="{FE132328-F46D-4048-99D5-4AE2296A4FAB}" destId="{A7D48BD7-4D92-4569-BDD3-F6E119FB4F6C}" srcOrd="0" destOrd="0" presId="urn:microsoft.com/office/officeart/2005/8/layout/process1"/>
    <dgm:cxn modelId="{77F136CA-B967-4A4E-9860-ED6B0F334ECA}" type="presOf" srcId="{B69A42C6-B581-4817-9C89-87CDF1A42254}" destId="{8B9176B7-B094-440A-A63B-448DEFFA25EA}" srcOrd="0" destOrd="0" presId="urn:microsoft.com/office/officeart/2005/8/layout/process1"/>
    <dgm:cxn modelId="{C5D0B6CB-CF02-40C5-913C-82E7EA453EE5}" type="presOf" srcId="{FE132328-F46D-4048-99D5-4AE2296A4FAB}" destId="{E17CA411-A7BA-451A-AF56-59E7695675BC}" srcOrd="1" destOrd="0" presId="urn:microsoft.com/office/officeart/2005/8/layout/process1"/>
    <dgm:cxn modelId="{01F6D6CB-72DD-4CA2-BE4F-1F3AAA9022F5}" type="presOf" srcId="{71358AB4-E82D-43FC-9EF3-BB06E88CF058}" destId="{1D37C65D-62CB-4FED-8A3E-02240E2E304F}" srcOrd="1" destOrd="0" presId="urn:microsoft.com/office/officeart/2005/8/layout/process1"/>
    <dgm:cxn modelId="{1141F8D0-1E79-4FB3-89F7-1A64F3043FB6}" type="presOf" srcId="{2CA28A89-740A-4FA4-8AE1-7AA84F59659C}" destId="{501F0FCA-D1AB-4F34-A396-AD7B9B7DBF1D}" srcOrd="1" destOrd="0" presId="urn:microsoft.com/office/officeart/2005/8/layout/process1"/>
    <dgm:cxn modelId="{D536DBDE-D47C-4DF7-9EFB-075E418276F6}" srcId="{0527A468-A570-4194-910B-827C99F4E7B9}" destId="{3A6EB5D9-C6AA-49AB-81A6-CD2CEABFD4FA}" srcOrd="5" destOrd="0" parTransId="{DB7911A3-7BE9-4F66-BD5F-C1D41A658133}" sibTransId="{CA37F853-E27F-4C2F-BAA3-F2E65993C14E}"/>
    <dgm:cxn modelId="{5D2FA5EE-E3D5-490F-ABBD-AEE8D7013550}" srcId="{0527A468-A570-4194-910B-827C99F4E7B9}" destId="{AC8DB110-39D1-46DE-B74C-C8B3E6C286C9}" srcOrd="0" destOrd="0" parTransId="{734ABAE0-F8D5-4DF5-9216-0FD9E632A821}" sibTransId="{A9B8EE52-E59C-415A-8E57-8BEA0C27F5F9}"/>
    <dgm:cxn modelId="{AD879CF4-8D54-48AB-8D4B-78A15153ABA2}" type="presOf" srcId="{88CC3371-631F-4501-92F2-2DE3093AF945}" destId="{D460AB0B-DEA7-4022-BBD5-6B9AFAD4535C}" srcOrd="0" destOrd="0" presId="urn:microsoft.com/office/officeart/2005/8/layout/process1"/>
    <dgm:cxn modelId="{42FDB7F8-865A-4C94-BED9-D80C7668F42C}" srcId="{0527A468-A570-4194-910B-827C99F4E7B9}" destId="{3CDADE29-84A6-4F9F-BFA9-9F0BE4FD200E}" srcOrd="2" destOrd="0" parTransId="{535861A7-FB80-4155-9470-9E5DC9E8F4C4}" sibTransId="{71358AB4-E82D-43FC-9EF3-BB06E88CF058}"/>
    <dgm:cxn modelId="{28016676-D370-4EE3-ABD1-E09C3434BE91}" type="presParOf" srcId="{43239B55-981D-472B-B269-15AAE3CC2A51}" destId="{D4288FB9-BE88-47CB-AA11-5F85FBC58284}" srcOrd="0" destOrd="0" presId="urn:microsoft.com/office/officeart/2005/8/layout/process1"/>
    <dgm:cxn modelId="{47A8A1FF-EBBC-4B12-9B94-DDE5ABCD8D47}" type="presParOf" srcId="{43239B55-981D-472B-B269-15AAE3CC2A51}" destId="{D9155434-F350-4502-8EE1-88D0440F2617}" srcOrd="1" destOrd="0" presId="urn:microsoft.com/office/officeart/2005/8/layout/process1"/>
    <dgm:cxn modelId="{1FBE80B4-0675-45AE-A4E0-41AC14BD4C6C}" type="presParOf" srcId="{D9155434-F350-4502-8EE1-88D0440F2617}" destId="{A4757CBF-9A17-49D9-AA28-180D40550CB5}" srcOrd="0" destOrd="0" presId="urn:microsoft.com/office/officeart/2005/8/layout/process1"/>
    <dgm:cxn modelId="{E02BCB21-A2D8-4839-9F9A-A861F8448212}" type="presParOf" srcId="{43239B55-981D-472B-B269-15AAE3CC2A51}" destId="{D460AB0B-DEA7-4022-BBD5-6B9AFAD4535C}" srcOrd="2" destOrd="0" presId="urn:microsoft.com/office/officeart/2005/8/layout/process1"/>
    <dgm:cxn modelId="{D20C1E00-A6F7-4799-8366-8A319B5553F2}" type="presParOf" srcId="{43239B55-981D-472B-B269-15AAE3CC2A51}" destId="{A7D48BD7-4D92-4569-BDD3-F6E119FB4F6C}" srcOrd="3" destOrd="0" presId="urn:microsoft.com/office/officeart/2005/8/layout/process1"/>
    <dgm:cxn modelId="{5E5CC05E-C8EC-4079-BAB8-D0CB3C40DAB1}" type="presParOf" srcId="{A7D48BD7-4D92-4569-BDD3-F6E119FB4F6C}" destId="{E17CA411-A7BA-451A-AF56-59E7695675BC}" srcOrd="0" destOrd="0" presId="urn:microsoft.com/office/officeart/2005/8/layout/process1"/>
    <dgm:cxn modelId="{874D13D9-7518-4D22-B18C-38A760D9D3C0}" type="presParOf" srcId="{43239B55-981D-472B-B269-15AAE3CC2A51}" destId="{7F4200DE-88CF-4643-BCA1-5688F738A677}" srcOrd="4" destOrd="0" presId="urn:microsoft.com/office/officeart/2005/8/layout/process1"/>
    <dgm:cxn modelId="{95EAA668-4868-429D-8E7C-16D8AD32B40E}" type="presParOf" srcId="{43239B55-981D-472B-B269-15AAE3CC2A51}" destId="{C4A19D1D-9750-4F3C-9E2F-F776D41B5657}" srcOrd="5" destOrd="0" presId="urn:microsoft.com/office/officeart/2005/8/layout/process1"/>
    <dgm:cxn modelId="{B090E11E-6C45-4A42-A830-3E35073C1ADD}" type="presParOf" srcId="{C4A19D1D-9750-4F3C-9E2F-F776D41B5657}" destId="{1D37C65D-62CB-4FED-8A3E-02240E2E304F}" srcOrd="0" destOrd="0" presId="urn:microsoft.com/office/officeart/2005/8/layout/process1"/>
    <dgm:cxn modelId="{CAA95833-9E4B-4279-8D68-C5E48A602D39}" type="presParOf" srcId="{43239B55-981D-472B-B269-15AAE3CC2A51}" destId="{8B9176B7-B094-440A-A63B-448DEFFA25EA}" srcOrd="6" destOrd="0" presId="urn:microsoft.com/office/officeart/2005/8/layout/process1"/>
    <dgm:cxn modelId="{D0817E5B-B0E5-4F70-82E2-091BC790EA3F}" type="presParOf" srcId="{43239B55-981D-472B-B269-15AAE3CC2A51}" destId="{2485CA00-46CB-4F12-985D-4B20658997B6}" srcOrd="7" destOrd="0" presId="urn:microsoft.com/office/officeart/2005/8/layout/process1"/>
    <dgm:cxn modelId="{0A8A32CB-AD6C-44F2-944A-D68F0B143CBC}" type="presParOf" srcId="{2485CA00-46CB-4F12-985D-4B20658997B6}" destId="{0CCA2ECE-E9BB-4B83-883E-BBF01369A6BB}" srcOrd="0" destOrd="0" presId="urn:microsoft.com/office/officeart/2005/8/layout/process1"/>
    <dgm:cxn modelId="{EDA0EEA4-4C8C-4EAB-9044-AEF6E780C227}" type="presParOf" srcId="{43239B55-981D-472B-B269-15AAE3CC2A51}" destId="{97A9D9F5-A7D4-4DBC-9706-FA6693C559B4}" srcOrd="8" destOrd="0" presId="urn:microsoft.com/office/officeart/2005/8/layout/process1"/>
    <dgm:cxn modelId="{F7AA30A0-A30F-472B-A879-38D119F7D083}" type="presParOf" srcId="{43239B55-981D-472B-B269-15AAE3CC2A51}" destId="{03ADD1CC-D7FC-45EB-9DBF-DC044C814C95}" srcOrd="9" destOrd="0" presId="urn:microsoft.com/office/officeart/2005/8/layout/process1"/>
    <dgm:cxn modelId="{CFAAF278-28B0-4002-A39E-B1BA510A6283}" type="presParOf" srcId="{03ADD1CC-D7FC-45EB-9DBF-DC044C814C95}" destId="{501F0FCA-D1AB-4F34-A396-AD7B9B7DBF1D}" srcOrd="0" destOrd="0" presId="urn:microsoft.com/office/officeart/2005/8/layout/process1"/>
    <dgm:cxn modelId="{50BA948A-FCE3-4660-8DB7-22261797BC93}" type="presParOf" srcId="{43239B55-981D-472B-B269-15AAE3CC2A51}" destId="{7F2FEDCC-70E6-4AE2-8E3B-C3719F3856AE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288FB9-BE88-47CB-AA11-5F85FBC58284}">
      <dsp:nvSpPr>
        <dsp:cNvPr id="0" name=""/>
        <dsp:cNvSpPr/>
      </dsp:nvSpPr>
      <dsp:spPr>
        <a:xfrm>
          <a:off x="0" y="619583"/>
          <a:ext cx="1186119" cy="7116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Video </a:t>
          </a:r>
          <a:endParaRPr lang="en-IN" sz="1800" kern="1200" dirty="0"/>
        </a:p>
      </dsp:txBody>
      <dsp:txXfrm>
        <a:off x="20844" y="640427"/>
        <a:ext cx="1144431" cy="669983"/>
      </dsp:txXfrm>
    </dsp:sp>
    <dsp:sp modelId="{D9155434-F350-4502-8EE1-88D0440F2617}">
      <dsp:nvSpPr>
        <dsp:cNvPr id="0" name=""/>
        <dsp:cNvSpPr/>
      </dsp:nvSpPr>
      <dsp:spPr>
        <a:xfrm>
          <a:off x="1304730" y="828340"/>
          <a:ext cx="251457" cy="2941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1304730" y="887171"/>
        <a:ext cx="176020" cy="176495"/>
      </dsp:txXfrm>
    </dsp:sp>
    <dsp:sp modelId="{D460AB0B-DEA7-4022-BBD5-6B9AFAD4535C}">
      <dsp:nvSpPr>
        <dsp:cNvPr id="0" name=""/>
        <dsp:cNvSpPr/>
      </dsp:nvSpPr>
      <dsp:spPr>
        <a:xfrm>
          <a:off x="1660566" y="619583"/>
          <a:ext cx="1186119" cy="7116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Face Detection</a:t>
          </a:r>
          <a:endParaRPr lang="en-IN" sz="1800" kern="1200" dirty="0"/>
        </a:p>
      </dsp:txBody>
      <dsp:txXfrm>
        <a:off x="1681410" y="640427"/>
        <a:ext cx="1144431" cy="669983"/>
      </dsp:txXfrm>
    </dsp:sp>
    <dsp:sp modelId="{A7D48BD7-4D92-4569-BDD3-F6E119FB4F6C}">
      <dsp:nvSpPr>
        <dsp:cNvPr id="0" name=""/>
        <dsp:cNvSpPr/>
      </dsp:nvSpPr>
      <dsp:spPr>
        <a:xfrm>
          <a:off x="2965297" y="828340"/>
          <a:ext cx="251457" cy="2941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2965297" y="887171"/>
        <a:ext cx="176020" cy="176495"/>
      </dsp:txXfrm>
    </dsp:sp>
    <dsp:sp modelId="{7F4200DE-88CF-4643-BCA1-5688F738A677}">
      <dsp:nvSpPr>
        <dsp:cNvPr id="0" name=""/>
        <dsp:cNvSpPr/>
      </dsp:nvSpPr>
      <dsp:spPr>
        <a:xfrm>
          <a:off x="3321133" y="619583"/>
          <a:ext cx="1186119" cy="7116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Landmark</a:t>
          </a:r>
          <a:endParaRPr lang="en-IN" sz="1800" kern="1200" dirty="0"/>
        </a:p>
      </dsp:txBody>
      <dsp:txXfrm>
        <a:off x="3341977" y="640427"/>
        <a:ext cx="1144431" cy="669983"/>
      </dsp:txXfrm>
    </dsp:sp>
    <dsp:sp modelId="{C4A19D1D-9750-4F3C-9E2F-F776D41B5657}">
      <dsp:nvSpPr>
        <dsp:cNvPr id="0" name=""/>
        <dsp:cNvSpPr/>
      </dsp:nvSpPr>
      <dsp:spPr>
        <a:xfrm>
          <a:off x="4625864" y="828340"/>
          <a:ext cx="251457" cy="2941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4625864" y="887171"/>
        <a:ext cx="176020" cy="176495"/>
      </dsp:txXfrm>
    </dsp:sp>
    <dsp:sp modelId="{8B9176B7-B094-440A-A63B-448DEFFA25EA}">
      <dsp:nvSpPr>
        <dsp:cNvPr id="0" name=""/>
        <dsp:cNvSpPr/>
      </dsp:nvSpPr>
      <dsp:spPr>
        <a:xfrm>
          <a:off x="4981699" y="619583"/>
          <a:ext cx="1186119" cy="7116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EAR/ MAR</a:t>
          </a:r>
          <a:endParaRPr lang="en-IN" sz="1800" kern="1200" dirty="0"/>
        </a:p>
      </dsp:txBody>
      <dsp:txXfrm>
        <a:off x="5002543" y="640427"/>
        <a:ext cx="1144431" cy="669983"/>
      </dsp:txXfrm>
    </dsp:sp>
    <dsp:sp modelId="{2485CA00-46CB-4F12-985D-4B20658997B6}">
      <dsp:nvSpPr>
        <dsp:cNvPr id="0" name=""/>
        <dsp:cNvSpPr/>
      </dsp:nvSpPr>
      <dsp:spPr>
        <a:xfrm>
          <a:off x="6286430" y="828340"/>
          <a:ext cx="251457" cy="2941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6286430" y="887171"/>
        <a:ext cx="176020" cy="176495"/>
      </dsp:txXfrm>
    </dsp:sp>
    <dsp:sp modelId="{97A9D9F5-A7D4-4DBC-9706-FA6693C559B4}">
      <dsp:nvSpPr>
        <dsp:cNvPr id="0" name=""/>
        <dsp:cNvSpPr/>
      </dsp:nvSpPr>
      <dsp:spPr>
        <a:xfrm>
          <a:off x="6642266" y="619583"/>
          <a:ext cx="1186119" cy="7116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Decision</a:t>
          </a:r>
          <a:endParaRPr lang="en-IN" sz="1800" kern="1200" dirty="0"/>
        </a:p>
      </dsp:txBody>
      <dsp:txXfrm>
        <a:off x="6663110" y="640427"/>
        <a:ext cx="1144431" cy="669983"/>
      </dsp:txXfrm>
    </dsp:sp>
    <dsp:sp modelId="{03ADD1CC-D7FC-45EB-9DBF-DC044C814C95}">
      <dsp:nvSpPr>
        <dsp:cNvPr id="0" name=""/>
        <dsp:cNvSpPr/>
      </dsp:nvSpPr>
      <dsp:spPr>
        <a:xfrm>
          <a:off x="7946997" y="828340"/>
          <a:ext cx="251457" cy="294157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200" kern="1200"/>
        </a:p>
      </dsp:txBody>
      <dsp:txXfrm>
        <a:off x="7946997" y="887171"/>
        <a:ext cx="176020" cy="176495"/>
      </dsp:txXfrm>
    </dsp:sp>
    <dsp:sp modelId="{7F2FEDCC-70E6-4AE2-8E3B-C3719F3856AE}">
      <dsp:nvSpPr>
        <dsp:cNvPr id="0" name=""/>
        <dsp:cNvSpPr/>
      </dsp:nvSpPr>
      <dsp:spPr>
        <a:xfrm>
          <a:off x="8302833" y="619583"/>
          <a:ext cx="1186119" cy="71167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Alert</a:t>
          </a:r>
          <a:endParaRPr lang="en-IN" sz="1800" kern="1200" dirty="0"/>
        </a:p>
      </dsp:txBody>
      <dsp:txXfrm>
        <a:off x="8323677" y="640427"/>
        <a:ext cx="1144431" cy="6699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A84C4F-D7E0-4C8C-9F2F-8D1818A72692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489E4E-8534-45AF-94D4-FFA7A463B7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1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b="1" dirty="0"/>
              <a:t>True Positives (TP) = 94</a:t>
            </a:r>
            <a:br>
              <a:rPr lang="en-IN" dirty="0"/>
            </a:br>
            <a:r>
              <a:rPr lang="en-IN" dirty="0"/>
              <a:t>→ Drowsy correctly detected ✅ </a:t>
            </a:r>
          </a:p>
          <a:p>
            <a:r>
              <a:rPr lang="en-IN" b="1" dirty="0"/>
              <a:t>False Negatives (FN) = 6</a:t>
            </a:r>
            <a:br>
              <a:rPr lang="en-IN" dirty="0"/>
            </a:br>
            <a:r>
              <a:rPr lang="en-IN" dirty="0"/>
              <a:t>→ Drowsy but predicted as Non-Drowsy ❌ </a:t>
            </a:r>
          </a:p>
          <a:p>
            <a:r>
              <a:rPr lang="en-IN" b="1" dirty="0"/>
              <a:t>True Negatives (TN) = 0</a:t>
            </a:r>
            <a:br>
              <a:rPr lang="en-IN" dirty="0"/>
            </a:br>
            <a:r>
              <a:rPr lang="en-IN" dirty="0"/>
              <a:t>→ Non-drowsy correctly detected ❌ </a:t>
            </a:r>
          </a:p>
          <a:p>
            <a:r>
              <a:rPr lang="en-IN" b="1" dirty="0"/>
              <a:t>False Positives (FP) = 0</a:t>
            </a:r>
            <a:br>
              <a:rPr lang="en-IN" dirty="0"/>
            </a:br>
            <a:r>
              <a:rPr lang="en-IN" dirty="0"/>
              <a:t>→ Non-drowsy wrongly detected 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489E4E-8534-45AF-94D4-FFA7A463B732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7808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system achieves 91.8% accuracy with high recall (~96%), ensuring most drowsy instances are correctly detected. False negatives are minimal, which is critical for safety applications.</a:t>
            </a:r>
          </a:p>
          <a:p>
            <a:r>
              <a:rPr lang="en-US" dirty="0"/>
              <a:t>(How well you catch drowsy)Recall = TP / (TP + FN)</a:t>
            </a:r>
            <a:br>
              <a:rPr lang="en-US" dirty="0"/>
            </a:br>
            <a:r>
              <a:rPr lang="en-US" dirty="0"/>
              <a:t>= 59 / (59 + 2)</a:t>
            </a:r>
            <a:br>
              <a:rPr lang="en-US" dirty="0"/>
            </a:br>
            <a:r>
              <a:rPr lang="en-US" dirty="0"/>
              <a:t>≈ 96.7%</a:t>
            </a:r>
          </a:p>
          <a:p>
            <a:r>
              <a:rPr lang="en-US" b="1" dirty="0"/>
              <a:t>Precision (How accurate when saying Drowsy?)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Precision = TP / (TP + FP)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= 59 / (59 + 8)</a:t>
            </a:r>
            <a:b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     ≈ 88%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489E4E-8534-45AF-94D4-FFA7A463B732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8001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ensuring most drowsy instances are correctly detected. False negatives are minimal, which is critical for safety applications.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489E4E-8534-45AF-94D4-FFA7A463B732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325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52B54-5C43-60A2-3F22-92B4C15629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7E025A-34B2-052B-86B8-5A9EFA331C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0B740-7F75-2E8F-07F3-66D3C017A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16A0C-8144-4D0C-9D01-75866A0DB06C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ABD15B-F0EF-57C4-A8B6-40E090074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232AD-6CBA-B105-5BD6-B526227F5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041F-F72A-4A69-B50E-9268F6FCD1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21177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790DE-F6E1-69C9-F7A4-032F507A9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E2FC2B-51E3-F323-588B-F43FB8C059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5F548-C16A-B01A-99B0-15A135840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16A0C-8144-4D0C-9D01-75866A0DB06C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1DE180-2646-0118-4A18-C8BA2B43D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CF0690-2059-5AAD-EEC2-1FABB7AD0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041F-F72A-4A69-B50E-9268F6FCD1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6885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79309-88DD-F25F-1B5A-2D4CDD42E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DB5112-C47B-0371-6BB5-351B37E85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54962F-C57D-8855-8698-8CF86F920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16A0C-8144-4D0C-9D01-75866A0DB06C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798C9-1D51-498F-BEA0-4E1935D94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F9FA6-4B75-A469-868A-20451BB42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041F-F72A-4A69-B50E-9268F6FCD1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0489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2E665-87F7-B432-9671-584DB915E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DDD10-B159-4387-C869-AED2AE177B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D575B5-8713-A438-A41D-4BF42F2B22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8383A6-7C65-CFEB-B696-2AAA4CC95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16A0C-8144-4D0C-9D01-75866A0DB06C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7A0540-2EAD-44BF-FC07-7DE2A885E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8F2FD1-ABDD-CF0E-112C-75E9AB92F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041F-F72A-4A69-B50E-9268F6FCD1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6771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7C3A3-1C7B-BB06-64A8-42326A36C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156D11-EE47-54DE-2ED4-E338F30DC9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F3D07D-D49B-6B90-CFC9-573190BC61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13EADB-6133-B689-048B-B6FB817F74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E79D728-7E12-C9C1-1584-71BDFE2AB0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4E9B24-B5DD-812E-CFF9-B382462C2F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16A0C-8144-4D0C-9D01-75866A0DB06C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E7BC14-DE69-F613-0B24-F9542C4D8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1F4995-270A-5AB2-857A-161D3B69B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041F-F72A-4A69-B50E-9268F6FCD1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052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19478-3F85-E25F-C0E6-7E088A57F1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B277ED-731C-AA52-C3FE-4679A52F9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16A0C-8144-4D0C-9D01-75866A0DB06C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D44ECE-C69C-6C75-F240-5D73DFC3A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62D99-BC72-BF47-4B3B-EC7F04A76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041F-F72A-4A69-B50E-9268F6FCD1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87843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91219E-B83C-4C0A-D885-513DC131E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16A0C-8144-4D0C-9D01-75866A0DB06C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B52FC3-C05E-43EA-66B3-0A4B2D81C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E0F251-D00D-1336-4F28-B4522997E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041F-F72A-4A69-B50E-9268F6FCD1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1757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C7A61-F9C2-4E2A-97E5-CED0F1919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90D7A-A83F-D3E4-860D-6187FDDF2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4DF7FF-5982-6DED-6159-FBC9B3AF17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06347A-6B8C-0F19-DA49-F9FD82706A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16A0C-8144-4D0C-9D01-75866A0DB06C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67E2E-7E08-E3BA-6FE0-1316D2C96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743439-06CB-E351-CF33-650DCCD92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041F-F72A-4A69-B50E-9268F6FCD1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0169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66D1C-7FB0-4FF0-E9CC-E718CD38F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9F90AA3-2533-0014-B32B-E72F977963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471BBA-297D-2CB1-79A0-7D0ED0430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A14FC6-CC6C-A955-B4E1-5B40636E9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16A0C-8144-4D0C-9D01-75866A0DB06C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D11BFB-1074-F043-5947-12B638CA5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2F8875-4D88-7A21-83EB-22C5CE032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041F-F72A-4A69-B50E-9268F6FCD1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1067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16979-6237-1600-AF7C-E515F9E59F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DD875C-F64C-B5A3-33D6-C755BD8F7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262A8-B6AD-4168-0432-2B3CFB735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16A0C-8144-4D0C-9D01-75866A0DB06C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CE7DA7-DB8B-A096-1A12-A2219F3BB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18038-8013-1732-D6C1-2B358007F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041F-F72A-4A69-B50E-9268F6FCD1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1727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5C0CB4-56E5-9ABD-68FD-E4089B5F0C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683A6-4AF6-1200-2F1A-883FF26345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7B1C39-792E-DC75-6C69-3705534BF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16A0C-8144-4D0C-9D01-75866A0DB06C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7F8153-A5AA-2186-95CF-869068430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A67FD-34A1-EFF6-8CA2-763D7572F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D3041F-F72A-4A69-B50E-9268F6FCD1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2804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A55405-6C2C-1149-8DB8-D90180030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C8571-C7DD-54F5-4FFF-8DAD7C885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BA240-B3D6-D281-B9DC-3312E2BF68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816A0C-8144-4D0C-9D01-75866A0DB06C}" type="datetimeFigureOut">
              <a:rPr lang="en-IN" smtClean="0"/>
              <a:t>23-03-2026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FE9ADA-D475-BE2D-EE68-35BE15409C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719873-4E5B-FBBE-2140-F3CC8C34F6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D3041F-F72A-4A69-B50E-9268F6FCD1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5686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ismailnasri20/driver-drowsiness-dataset-ddd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7.png"/><Relationship Id="rId4" Type="http://schemas.openxmlformats.org/officeDocument/2006/relationships/notesSlide" Target="../notesSlides/notesSlide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3390/s22052069" TargetMode="External"/><Relationship Id="rId2" Type="http://schemas.openxmlformats.org/officeDocument/2006/relationships/hyperlink" Target="https://doi.org/10.1007/978-981-33-6893-4_6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B028A-E189-E603-F451-62812FB04FE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Driver Monitoring System using Computer Vision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807246-92C7-2EC2-F2A0-1C296FF286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Juili Gulhane</a:t>
            </a:r>
          </a:p>
          <a:p>
            <a:r>
              <a:rPr lang="en-US" dirty="0"/>
              <a:t>712595012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40103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A6284-6FF7-7D8C-B7F7-3BEFE7827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955E23D-D5CB-5EAB-8F46-4EE26E3228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3107" y="2148618"/>
            <a:ext cx="3856630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Drowsiness causes accidents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detection needed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31C174-ED65-AE8A-E8A4-46FEA9E1D3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5830" y="1619726"/>
            <a:ext cx="7800301" cy="487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16475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B268D8-9D0D-73E5-38DF-57E264A7D8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632" y="381004"/>
            <a:ext cx="7352981" cy="6095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265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FF8B8-3989-0110-59BF-5F36B8072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2394E-4EE9-53AE-A615-0B41F84B83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01CCA41-36AE-9462-420E-846FCB0830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929" y="401330"/>
            <a:ext cx="11314905" cy="605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934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272CE-CED1-79B1-EFD0-9C48C8347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AB7F6-D6A9-DFDE-B8D0-20A8E3845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B11EF2-B032-B404-55A3-B4DD295E8E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96" y="1027905"/>
            <a:ext cx="11937607" cy="3711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04806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044AD-A7F5-E1A2-9C0A-569FF8417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Proposed System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4C3B9E5-EDD5-6FBA-BB7D-99E71D28B7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07824451"/>
              </p:ext>
            </p:extLst>
          </p:nvPr>
        </p:nvGraphicFramePr>
        <p:xfrm>
          <a:off x="1122107" y="1451129"/>
          <a:ext cx="9488952" cy="19508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C9C1D168-F2DD-D94B-F70C-C4D32E3D285B}"/>
              </a:ext>
            </a:extLst>
          </p:cNvPr>
          <p:cNvSpPr txBox="1">
            <a:spLocks/>
          </p:cNvSpPr>
          <p:nvPr/>
        </p:nvSpPr>
        <p:spPr>
          <a:xfrm>
            <a:off x="5950974" y="304398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Reliability Enhancement: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D5770A-47F8-DEB8-30E1-40203BFFC051}"/>
              </a:ext>
            </a:extLst>
          </p:cNvPr>
          <p:cNvSpPr txBox="1"/>
          <p:nvPr/>
        </p:nvSpPr>
        <p:spPr>
          <a:xfrm>
            <a:off x="1244519" y="4114352"/>
            <a:ext cx="391323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+mj-lt"/>
              <a:buAutoNum type="arabicPeriod"/>
            </a:pPr>
            <a:r>
              <a:rPr lang="en-US" dirty="0"/>
              <a:t>Eye Aspect Ratio (EAR)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Mouth Aspect Ratio (MAR)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Head Pose </a:t>
            </a:r>
            <a:endParaRPr lang="en-IN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60E4BD8-F666-A5F9-000E-2F29267D661A}"/>
              </a:ext>
            </a:extLst>
          </p:cNvPr>
          <p:cNvSpPr txBox="1">
            <a:spLocks/>
          </p:cNvSpPr>
          <p:nvPr/>
        </p:nvSpPr>
        <p:spPr>
          <a:xfrm>
            <a:off x="990600" y="299973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Features Used: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FF6733-8535-A20B-65F8-BDB9F2B281BC}"/>
              </a:ext>
            </a:extLst>
          </p:cNvPr>
          <p:cNvSpPr txBox="1"/>
          <p:nvPr/>
        </p:nvSpPr>
        <p:spPr>
          <a:xfrm>
            <a:off x="5615571" y="4114352"/>
            <a:ext cx="39132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0100" lvl="1" indent="-342900">
              <a:buFont typeface="+mj-lt"/>
              <a:buAutoNum type="arabicPeriod"/>
            </a:pPr>
            <a:r>
              <a:rPr lang="en-US" dirty="0"/>
              <a:t>Multi-Feature Fusion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Temporal Smoothing</a:t>
            </a:r>
          </a:p>
        </p:txBody>
      </p:sp>
    </p:spTree>
    <p:extLst>
      <p:ext uri="{BB962C8B-B14F-4D97-AF65-F5344CB8AC3E}">
        <p14:creationId xmlns:p14="http://schemas.microsoft.com/office/powerpoint/2010/main" val="25046927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24EF3-988F-7E82-ECF3-98B0653D8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Used 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BF0E60D-9E70-3554-F349-774D4FBCBB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90688"/>
            <a:ext cx="8413955" cy="347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NTHU-DDD / Kaggle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Different scenarios: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latin typeface="Arial" panose="020B0604020202020204" pitchFamily="34" charset="0"/>
              </a:rPr>
              <a:t>	Da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y/night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Glasses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Yawning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sz="2000" dirty="0"/>
              <a:t>The dataset has the following properties :</a:t>
            </a:r>
            <a:br>
              <a:rPr lang="en-US" sz="2000" dirty="0"/>
            </a:br>
            <a:r>
              <a:rPr lang="en-US" sz="2000" dirty="0"/>
              <a:t>• RGB images</a:t>
            </a:r>
            <a:br>
              <a:rPr lang="en-US" sz="2000" dirty="0"/>
            </a:br>
            <a:r>
              <a:rPr lang="en-US" sz="2000" dirty="0"/>
              <a:t>• 2 classes (Drowsy &amp; Non-Drowsy)</a:t>
            </a:r>
            <a:br>
              <a:rPr lang="en-US" sz="2000" dirty="0"/>
            </a:br>
            <a:r>
              <a:rPr lang="en-US" sz="2000" dirty="0"/>
              <a:t>• Size of image : 227 x 227</a:t>
            </a:r>
            <a:br>
              <a:rPr lang="en-US" sz="2000" dirty="0"/>
            </a:br>
            <a:r>
              <a:rPr lang="en-US" sz="2000" dirty="0"/>
              <a:t>• More than 41,790 images in total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724C3A-54F7-2928-815F-89B1D1262B31}"/>
              </a:ext>
            </a:extLst>
          </p:cNvPr>
          <p:cNvSpPr txBox="1"/>
          <p:nvPr/>
        </p:nvSpPr>
        <p:spPr>
          <a:xfrm>
            <a:off x="2340077" y="6174658"/>
            <a:ext cx="874087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hlinkClick r:id="rId2"/>
              </a:rPr>
              <a:t>https://www.kaggle.com/datasets/ismailnasri20/driver-drowsiness-dataset-ddd</a:t>
            </a:r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28842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EF46D-3628-AAC7-78EE-35CCF905C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Algorithm- MATLAB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5987A-77AF-4FF8-657B-C7DC762F4A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Computer Vision Toolbox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3369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8B0E6-6219-78C1-0433-4672A5703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IN" dirty="0"/>
          </a:p>
        </p:txBody>
      </p:sp>
      <p:pic>
        <p:nvPicPr>
          <p:cNvPr id="4" name="output_video">
            <a:hlinkClick r:id="" action="ppaction://media"/>
            <a:extLst>
              <a:ext uri="{FF2B5EF4-FFF2-40B4-BE49-F238E27FC236}">
                <a16:creationId xmlns:a16="http://schemas.microsoft.com/office/drawing/2014/main" id="{DFECAEC6-304B-6907-A8DF-FBCC63AC07E0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90090" y="1690688"/>
            <a:ext cx="5802312" cy="4351338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F70778D-9462-18F4-9F44-C189FD8B093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4603" y="2173509"/>
            <a:ext cx="4579197" cy="3095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6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36A28-C3A4-6D39-A999-7207EA891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IN" dirty="0"/>
          </a:p>
        </p:txBody>
      </p:sp>
      <p:pic>
        <p:nvPicPr>
          <p:cNvPr id="6" name="output_video">
            <a:hlinkClick r:id="" action="ppaction://media"/>
            <a:extLst>
              <a:ext uri="{FF2B5EF4-FFF2-40B4-BE49-F238E27FC236}">
                <a16:creationId xmlns:a16="http://schemas.microsoft.com/office/drawing/2014/main" id="{6973B358-E8A9-3B75-6B56-BCC3D3317584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528315" y="1438988"/>
            <a:ext cx="6738515" cy="505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400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4E4DF8-6D7D-8BF6-8826-1D44BF24D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01828"/>
            <a:ext cx="10515600" cy="1325563"/>
          </a:xfrm>
        </p:spPr>
        <p:txBody>
          <a:bodyPr/>
          <a:lstStyle/>
          <a:p>
            <a:r>
              <a:rPr lang="en-US" dirty="0"/>
              <a:t>Validation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5E7641D-E0BA-EA89-C67C-9EBD01C6B8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8663" y="1229157"/>
            <a:ext cx="8325523" cy="5628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0527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2AD3A-8ED6-6210-6E40-5BF71834E3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parameters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F3604-D9FD-6A97-BDBC-48BE66B270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Accuracy: 91.8%</a:t>
            </a:r>
          </a:p>
          <a:p>
            <a:r>
              <a:rPr lang="en-US" dirty="0"/>
              <a:t>How well you catch drowsy </a:t>
            </a:r>
          </a:p>
          <a:p>
            <a:pPr marL="0" indent="0">
              <a:buNone/>
            </a:pPr>
            <a:r>
              <a:rPr lang="en-US" dirty="0"/>
              <a:t>Recall = TP / (TP + FN)</a:t>
            </a:r>
            <a:br>
              <a:rPr lang="en-US" dirty="0"/>
            </a:br>
            <a:r>
              <a:rPr lang="en-US" dirty="0"/>
              <a:t>= 59 / (59 + 2)</a:t>
            </a:r>
            <a:br>
              <a:rPr lang="en-US" dirty="0"/>
            </a:br>
            <a:r>
              <a:rPr lang="en-US" dirty="0"/>
              <a:t>≈ 96.7%</a:t>
            </a:r>
          </a:p>
          <a:p>
            <a:r>
              <a:rPr lang="en-US" dirty="0"/>
              <a:t>How accurate when saying Drowsy?</a:t>
            </a:r>
          </a:p>
          <a:p>
            <a:pPr marL="0" indent="0">
              <a:buNone/>
            </a:pPr>
            <a:r>
              <a:rPr lang="en-US" dirty="0"/>
              <a:t>Precision = TP / (TP + FP)</a:t>
            </a:r>
            <a:br>
              <a:rPr lang="en-US" dirty="0"/>
            </a:br>
            <a:r>
              <a:rPr lang="en-US" dirty="0"/>
              <a:t>          = 59 / (59 + 8)</a:t>
            </a:r>
            <a:br>
              <a:rPr lang="en-US" dirty="0"/>
            </a:br>
            <a:r>
              <a:rPr lang="en-US" dirty="0"/>
              <a:t>          ≈ 88%</a:t>
            </a:r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1377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8C844F-DA81-9EDA-8A6B-F769F9D7C1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Limitations	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C56BDF-1D63-5F39-8875-E21172C52A3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MATLAB’s 'Mouth' detector is:</a:t>
            </a:r>
          </a:p>
          <a:p>
            <a:r>
              <a:rPr lang="en-US" dirty="0"/>
              <a:t> Old Haar cascade</a:t>
            </a:r>
            <a:br>
              <a:rPr lang="en-US" dirty="0"/>
            </a:br>
            <a:r>
              <a:rPr lang="en-US" dirty="0"/>
              <a:t> Very sensitive to:</a:t>
            </a:r>
          </a:p>
          <a:p>
            <a:pPr lvl="1"/>
            <a:r>
              <a:rPr lang="en-US" dirty="0"/>
              <a:t>lighting </a:t>
            </a:r>
          </a:p>
          <a:p>
            <a:pPr lvl="1"/>
            <a:r>
              <a:rPr lang="en-US" dirty="0"/>
              <a:t>face angle </a:t>
            </a:r>
          </a:p>
          <a:p>
            <a:pPr lvl="1"/>
            <a:r>
              <a:rPr lang="en-US" dirty="0"/>
              <a:t>occlusion</a:t>
            </a:r>
          </a:p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3DA843B-4E11-AA08-67CA-17C44A4A1A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r>
              <a:rPr lang="en-US" dirty="0"/>
              <a:t>Future Work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CE5777-128D-DDB2-C35C-D819099AA14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Sensor Fusion</a:t>
            </a:r>
          </a:p>
          <a:p>
            <a:r>
              <a:rPr lang="en-US" dirty="0"/>
              <a:t>Real-car integration</a:t>
            </a:r>
          </a:p>
          <a:p>
            <a:r>
              <a:rPr lang="en-US" dirty="0"/>
              <a:t>AI Models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80435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E46AF-2717-6AE3-07DA-1FB23510F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References: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BFCE8-9EDA-E49C-EA13-F68399997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000" dirty="0"/>
              <a:t>Nasri, I., </a:t>
            </a:r>
            <a:r>
              <a:rPr lang="en-IN" sz="2000" dirty="0" err="1"/>
              <a:t>Karrouchi</a:t>
            </a:r>
            <a:r>
              <a:rPr lang="en-IN" sz="2000" dirty="0"/>
              <a:t>, M., </a:t>
            </a:r>
            <a:r>
              <a:rPr lang="en-IN" sz="2000" dirty="0" err="1"/>
              <a:t>Snoussi</a:t>
            </a:r>
            <a:r>
              <a:rPr lang="en-IN" sz="2000" dirty="0"/>
              <a:t>, H., </a:t>
            </a:r>
            <a:r>
              <a:rPr lang="en-IN" sz="2000" dirty="0" err="1"/>
              <a:t>Kassmi</a:t>
            </a:r>
            <a:r>
              <a:rPr lang="en-IN" sz="2000" dirty="0"/>
              <a:t>, K., Messaoudi, A. (2022). Detection and Prediction of Driver Drowsiness for the Prevention of Road Accidents Using Deep Neural Networks Techniques. In: Bennani, S., </a:t>
            </a:r>
            <a:r>
              <a:rPr lang="en-IN" sz="2000" dirty="0" err="1"/>
              <a:t>Lakhrissi</a:t>
            </a:r>
            <a:r>
              <a:rPr lang="en-IN" sz="2000" dirty="0"/>
              <a:t>, Y., </a:t>
            </a:r>
            <a:r>
              <a:rPr lang="en-IN" sz="2000" dirty="0" err="1"/>
              <a:t>Khaissidi</a:t>
            </a:r>
            <a:r>
              <a:rPr lang="en-IN" sz="2000" dirty="0"/>
              <a:t>, G., Mansouri, A., Khamlichi, Y. (eds) WITS 2020. Lecture Notes in Electrical Engineering, vol 745. Springer, Singapore. </a:t>
            </a:r>
            <a:r>
              <a:rPr lang="en-IN" sz="2000" dirty="0">
                <a:hlinkClick r:id="rId2"/>
              </a:rPr>
              <a:t>https://doi.org/10.1007/978-981-33-6893-4_6</a:t>
            </a:r>
            <a:endParaRPr lang="en-IN" sz="2000" dirty="0"/>
          </a:p>
          <a:p>
            <a:r>
              <a:rPr lang="en-US" sz="2000" dirty="0" err="1"/>
              <a:t>Albadawi</a:t>
            </a:r>
            <a:r>
              <a:rPr lang="en-US" sz="2000" dirty="0"/>
              <a:t>, Y.; Takruri, </a:t>
            </a:r>
            <a:r>
              <a:rPr lang="en-US" sz="2000" dirty="0" err="1"/>
              <a:t>M,Awad</a:t>
            </a:r>
            <a:r>
              <a:rPr lang="en-US" sz="2000" dirty="0"/>
              <a:t>, M.,  A Review of Recent Developments in Driver Drowsiness Detection Systems. Sensors 2022, 22, 2069. </a:t>
            </a:r>
            <a:r>
              <a:rPr lang="en-US" sz="2000" dirty="0">
                <a:hlinkClick r:id="rId3"/>
              </a:rPr>
              <a:t>https://doi.org/10.3390/s22052069</a:t>
            </a:r>
            <a:r>
              <a:rPr lang="en-US" sz="2000" dirty="0"/>
              <a:t> </a:t>
            </a:r>
            <a:endParaRPr lang="en-IN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89840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92F73B-F586-A721-CCA4-A68AF1A2C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213" y="2740025"/>
            <a:ext cx="10515600" cy="435133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5000" dirty="0"/>
              <a:t>Thank you </a:t>
            </a:r>
            <a:endParaRPr lang="en-IN" sz="15000" dirty="0"/>
          </a:p>
        </p:txBody>
      </p:sp>
    </p:spTree>
    <p:extLst>
      <p:ext uri="{BB962C8B-B14F-4D97-AF65-F5344CB8AC3E}">
        <p14:creationId xmlns:p14="http://schemas.microsoft.com/office/powerpoint/2010/main" val="2689861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521</Words>
  <Application>Microsoft Office PowerPoint</Application>
  <PresentationFormat>Widescreen</PresentationFormat>
  <Paragraphs>69</Paragraphs>
  <Slides>15</Slides>
  <Notes>3</Notes>
  <HiddenSlides>2</HiddenSlides>
  <MMClips>2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Driver Monitoring System using Computer Vision</vt:lpstr>
      <vt:lpstr>Problem Statement</vt:lpstr>
      <vt:lpstr>PowerPoint Presentation</vt:lpstr>
      <vt:lpstr>PowerPoint Presentation</vt:lpstr>
      <vt:lpstr>PowerPoint Presentation</vt:lpstr>
      <vt:lpstr>Proposed System</vt:lpstr>
      <vt:lpstr>Dataset Used </vt:lpstr>
      <vt:lpstr>Algorithm- MATLAB </vt:lpstr>
      <vt:lpstr>Results</vt:lpstr>
      <vt:lpstr>Results</vt:lpstr>
      <vt:lpstr>Validation</vt:lpstr>
      <vt:lpstr>Validation parameters</vt:lpstr>
      <vt:lpstr>PowerPoint Presentation</vt:lpstr>
      <vt:lpstr>References: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Juili Gulhane</dc:creator>
  <cp:lastModifiedBy>Juili Gulhane</cp:lastModifiedBy>
  <cp:revision>68</cp:revision>
  <dcterms:created xsi:type="dcterms:W3CDTF">2026-03-22T12:23:27Z</dcterms:created>
  <dcterms:modified xsi:type="dcterms:W3CDTF">2026-03-23T05:08:55Z</dcterms:modified>
</cp:coreProperties>
</file>